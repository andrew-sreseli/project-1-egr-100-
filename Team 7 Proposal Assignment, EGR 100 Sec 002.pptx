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7" r:id="rId1"/>
  </p:sld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0E5A0E0-05DD-485A-A126-E517063D4FBD}" v="18" dt="2026-10-12T06:47:44.95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70" d="100"/>
          <a:sy n="70" d="100"/>
        </p:scale>
        <p:origin x="525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parker" userId="d360de9a870fc746" providerId="LiveId" clId="{9846F727-EA87-48CB-8653-5620F3E10129}"/>
    <pc:docChg chg="modSld">
      <pc:chgData name="david parker" userId="d360de9a870fc746" providerId="LiveId" clId="{9846F727-EA87-48CB-8653-5620F3E10129}" dt="2026-10-12T06:47:44.951" v="25"/>
      <pc:docMkLst>
        <pc:docMk/>
      </pc:docMkLst>
      <pc:sldChg chg="addSp delSp modSp">
        <pc:chgData name="david parker" userId="d360de9a870fc746" providerId="LiveId" clId="{9846F727-EA87-48CB-8653-5620F3E10129}" dt="2026-10-12T06:46:53.080" v="24"/>
        <pc:sldMkLst>
          <pc:docMk/>
          <pc:sldMk cId="1320146220" sldId="256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1320146220" sldId="256"/>
            <ac:spMk id="2" creationId="{5CB6EA79-52D3-6112-7549-4E583D8080A0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1320146220" sldId="256"/>
            <ac:spMk id="3" creationId="{786154D8-8551-0930-BDD5-4D61D3EC997F}"/>
          </ac:spMkLst>
        </pc:spChg>
        <pc:spChg chg="add del mod">
          <ac:chgData name="david parker" userId="d360de9a870fc746" providerId="LiveId" clId="{9846F727-EA87-48CB-8653-5620F3E10129}" dt="2026-10-12T01:51:37.548" v="1"/>
          <ac:spMkLst>
            <pc:docMk/>
            <pc:sldMk cId="1320146220" sldId="256"/>
            <ac:spMk id="4" creationId="{E16741C1-F38E-83EA-116E-D82008480239}"/>
          </ac:spMkLst>
        </pc:spChg>
      </pc:sldChg>
      <pc:sldChg chg="modSp">
        <pc:chgData name="david parker" userId="d360de9a870fc746" providerId="LiveId" clId="{9846F727-EA87-48CB-8653-5620F3E10129}" dt="2026-10-12T06:46:53.080" v="24"/>
        <pc:sldMkLst>
          <pc:docMk/>
          <pc:sldMk cId="2690610629" sldId="257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2690610629" sldId="257"/>
            <ac:spMk id="2" creationId="{0ABEB3E4-044F-8069-09E2-5E1349AC1CDB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2690610629" sldId="257"/>
            <ac:spMk id="3" creationId="{C08895CA-FBAC-41A4-BE47-2D166E5B4F76}"/>
          </ac:spMkLst>
        </pc:spChg>
      </pc:sldChg>
      <pc:sldChg chg="addSp delSp modSp">
        <pc:chgData name="david parker" userId="d360de9a870fc746" providerId="LiveId" clId="{9846F727-EA87-48CB-8653-5620F3E10129}" dt="2026-10-12T06:46:53.080" v="24"/>
        <pc:sldMkLst>
          <pc:docMk/>
          <pc:sldMk cId="2468235467" sldId="258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2468235467" sldId="258"/>
            <ac:spMk id="2" creationId="{57ED48F2-DB2A-C33E-E577-F013D9CC9A29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2468235467" sldId="258"/>
            <ac:spMk id="3" creationId="{EE471FD0-6745-DB7B-B1EF-7F6665D4494F}"/>
          </ac:spMkLst>
        </pc:spChg>
        <pc:spChg chg="add del mod">
          <ac:chgData name="david parker" userId="d360de9a870fc746" providerId="LiveId" clId="{9846F727-EA87-48CB-8653-5620F3E10129}" dt="2026-10-12T06:42:35.247" v="18"/>
          <ac:spMkLst>
            <pc:docMk/>
            <pc:sldMk cId="2468235467" sldId="258"/>
            <ac:spMk id="4" creationId="{9D21212A-AC11-C319-B28F-5CDB38259EE9}"/>
          </ac:spMkLst>
        </pc:spChg>
        <pc:spChg chg="add del mod">
          <ac:chgData name="david parker" userId="d360de9a870fc746" providerId="LiveId" clId="{9846F727-EA87-48CB-8653-5620F3E10129}" dt="2026-10-12T06:44:13.816" v="20"/>
          <ac:spMkLst>
            <pc:docMk/>
            <pc:sldMk cId="2468235467" sldId="258"/>
            <ac:spMk id="5" creationId="{B7B5F444-6CAE-BE83-577F-339A4304EA0D}"/>
          </ac:spMkLst>
        </pc:spChg>
      </pc:sldChg>
      <pc:sldChg chg="modSp">
        <pc:chgData name="david parker" userId="d360de9a870fc746" providerId="LiveId" clId="{9846F727-EA87-48CB-8653-5620F3E10129}" dt="2026-10-12T06:46:53.080" v="24"/>
        <pc:sldMkLst>
          <pc:docMk/>
          <pc:sldMk cId="480055464" sldId="260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480055464" sldId="260"/>
            <ac:spMk id="2" creationId="{398BCC47-A354-09DA-FE55-81CCE3E82187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480055464" sldId="260"/>
            <ac:spMk id="3" creationId="{C491EA52-9841-9C16-5E5A-B19E0BFD9E21}"/>
          </ac:spMkLst>
        </pc:spChg>
      </pc:sldChg>
      <pc:sldChg chg="modSp">
        <pc:chgData name="david parker" userId="d360de9a870fc746" providerId="LiveId" clId="{9846F727-EA87-48CB-8653-5620F3E10129}" dt="2026-10-12T06:46:53.080" v="24"/>
        <pc:sldMkLst>
          <pc:docMk/>
          <pc:sldMk cId="569588499" sldId="261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569588499" sldId="261"/>
            <ac:spMk id="2" creationId="{3C9A9B14-1229-F99D-B6B7-86AD0D17C704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569588499" sldId="261"/>
            <ac:spMk id="3" creationId="{3A02CDD7-5E5E-E076-92ED-25CC95E4FC8F}"/>
          </ac:spMkLst>
        </pc:spChg>
      </pc:sldChg>
      <pc:sldChg chg="addSp delSp modSp">
        <pc:chgData name="david parker" userId="d360de9a870fc746" providerId="LiveId" clId="{9846F727-EA87-48CB-8653-5620F3E10129}" dt="2026-10-12T06:47:44.951" v="25"/>
        <pc:sldMkLst>
          <pc:docMk/>
          <pc:sldMk cId="1967903455" sldId="262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1967903455" sldId="262"/>
            <ac:spMk id="2" creationId="{8E0853A8-3B6E-440F-7FAF-FC6720EC90B2}"/>
          </ac:spMkLst>
        </pc:spChg>
        <pc:spChg chg="add del mod">
          <ac:chgData name="david parker" userId="d360de9a870fc746" providerId="LiveId" clId="{9846F727-EA87-48CB-8653-5620F3E10129}" dt="2026-10-12T02:09:01.158" v="3"/>
          <ac:spMkLst>
            <pc:docMk/>
            <pc:sldMk cId="1967903455" sldId="262"/>
            <ac:spMk id="4" creationId="{EC6EFFE5-BDE6-6721-3549-72B8DB9F210E}"/>
          </ac:spMkLst>
        </pc:spChg>
        <pc:spChg chg="add del mod">
          <ac:chgData name="david parker" userId="d360de9a870fc746" providerId="LiveId" clId="{9846F727-EA87-48CB-8653-5620F3E10129}" dt="2026-10-12T02:09:33.204" v="7"/>
          <ac:spMkLst>
            <pc:docMk/>
            <pc:sldMk cId="1967903455" sldId="262"/>
            <ac:spMk id="5" creationId="{6D9EA181-2F7B-0986-00D1-B83B14F2216E}"/>
          </ac:spMkLst>
        </pc:spChg>
        <pc:spChg chg="add mod">
          <ac:chgData name="david parker" userId="d360de9a870fc746" providerId="LiveId" clId="{9846F727-EA87-48CB-8653-5620F3E10129}" dt="2026-10-12T02:09:33.705" v="8"/>
          <ac:spMkLst>
            <pc:docMk/>
            <pc:sldMk cId="1967903455" sldId="262"/>
            <ac:spMk id="6" creationId="{D30A2908-0F2F-8766-A65A-3E34EB4A20F1}"/>
          </ac:spMkLst>
        </pc:spChg>
        <pc:spChg chg="add del mod">
          <ac:chgData name="david parker" userId="d360de9a870fc746" providerId="LiveId" clId="{9846F727-EA87-48CB-8653-5620F3E10129}" dt="2026-10-12T02:09:51.774" v="10"/>
          <ac:spMkLst>
            <pc:docMk/>
            <pc:sldMk cId="1967903455" sldId="262"/>
            <ac:spMk id="7" creationId="{2BE4D3ED-6D05-385E-A8D5-24F5CDAD2869}"/>
          </ac:spMkLst>
        </pc:spChg>
        <pc:spChg chg="add mod">
          <ac:chgData name="david parker" userId="d360de9a870fc746" providerId="LiveId" clId="{9846F727-EA87-48CB-8653-5620F3E10129}" dt="2026-10-12T02:09:52.108" v="11"/>
          <ac:spMkLst>
            <pc:docMk/>
            <pc:sldMk cId="1967903455" sldId="262"/>
            <ac:spMk id="8" creationId="{6A91EEFC-BB63-438D-F068-E8AEED7AD1BC}"/>
          </ac:spMkLst>
        </pc:spChg>
        <pc:spChg chg="add del mod">
          <ac:chgData name="david parker" userId="d360de9a870fc746" providerId="LiveId" clId="{9846F727-EA87-48CB-8653-5620F3E10129}" dt="2026-10-12T02:29:37.606" v="16"/>
          <ac:spMkLst>
            <pc:docMk/>
            <pc:sldMk cId="1967903455" sldId="262"/>
            <ac:spMk id="9" creationId="{7126EFCF-342E-2026-8130-DED5824D2CA4}"/>
          </ac:spMkLst>
        </pc:spChg>
        <pc:spChg chg="mod">
          <ac:chgData name="david parker" userId="d360de9a870fc746" providerId="LiveId" clId="{9846F727-EA87-48CB-8653-5620F3E10129}" dt="2026-10-12T06:47:44.951" v="25"/>
          <ac:spMkLst>
            <pc:docMk/>
            <pc:sldMk cId="1967903455" sldId="262"/>
            <ac:spMk id="10" creationId="{8017B85C-62DA-7E3B-F5AD-6E07B88AAF6B}"/>
          </ac:spMkLst>
        </pc:spChg>
      </pc:sldChg>
      <pc:sldChg chg="addSp delSp modSp">
        <pc:chgData name="david parker" userId="d360de9a870fc746" providerId="LiveId" clId="{9846F727-EA87-48CB-8653-5620F3E10129}" dt="2026-10-12T06:46:53.080" v="24"/>
        <pc:sldMkLst>
          <pc:docMk/>
          <pc:sldMk cId="3994493345" sldId="263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3994493345" sldId="263"/>
            <ac:spMk id="2" creationId="{AD1677A0-2D7B-436E-208B-53825CA83068}"/>
          </ac:spMkLst>
        </pc:spChg>
        <pc:spChg chg="add del mod">
          <ac:chgData name="david parker" userId="d360de9a870fc746" providerId="LiveId" clId="{9846F727-EA87-48CB-8653-5620F3E10129}" dt="2026-10-12T02:09:22.408" v="5"/>
          <ac:spMkLst>
            <pc:docMk/>
            <pc:sldMk cId="3994493345" sldId="263"/>
            <ac:spMk id="4" creationId="{EBE9CD89-2701-8A6C-0A5C-4704F14C3831}"/>
          </ac:spMkLst>
        </pc:spChg>
        <pc:cxnChg chg="add mod">
          <ac:chgData name="david parker" userId="d360de9a870fc746" providerId="LiveId" clId="{9846F727-EA87-48CB-8653-5620F3E10129}" dt="2026-10-12T02:28:28.645" v="12"/>
          <ac:cxnSpMkLst>
            <pc:docMk/>
            <pc:sldMk cId="3994493345" sldId="263"/>
            <ac:cxnSpMk id="14" creationId="{1659D74C-2B08-9061-97CB-1CDE896E7B2D}"/>
          </ac:cxnSpMkLst>
        </pc:cxnChg>
        <pc:cxnChg chg="add mod">
          <ac:chgData name="david parker" userId="d360de9a870fc746" providerId="LiveId" clId="{9846F727-EA87-48CB-8653-5620F3E10129}" dt="2026-10-12T02:28:29.096" v="13"/>
          <ac:cxnSpMkLst>
            <pc:docMk/>
            <pc:sldMk cId="3994493345" sldId="263"/>
            <ac:cxnSpMk id="15" creationId="{681814A0-A38B-3792-8650-B147C1BAA78C}"/>
          </ac:cxnSpMkLst>
        </pc:cxnChg>
        <pc:cxnChg chg="add mod">
          <ac:chgData name="david parker" userId="d360de9a870fc746" providerId="LiveId" clId="{9846F727-EA87-48CB-8653-5620F3E10129}" dt="2026-10-12T02:28:29.788" v="14"/>
          <ac:cxnSpMkLst>
            <pc:docMk/>
            <pc:sldMk cId="3994493345" sldId="263"/>
            <ac:cxnSpMk id="16" creationId="{A2A34B23-C6DD-C79A-6EF7-B94081671243}"/>
          </ac:cxnSpMkLst>
        </pc:cxnChg>
      </pc:sldChg>
      <pc:sldChg chg="modSp">
        <pc:chgData name="david parker" userId="d360de9a870fc746" providerId="LiveId" clId="{9846F727-EA87-48CB-8653-5620F3E10129}" dt="2026-10-12T06:46:53.080" v="24"/>
        <pc:sldMkLst>
          <pc:docMk/>
          <pc:sldMk cId="73755586" sldId="264"/>
        </pc:sldMkLst>
        <pc:spChg chg="mod">
          <ac:chgData name="david parker" userId="d360de9a870fc746" providerId="LiveId" clId="{9846F727-EA87-48CB-8653-5620F3E10129}" dt="2026-10-12T06:46:53.080" v="24"/>
          <ac:spMkLst>
            <pc:docMk/>
            <pc:sldMk cId="73755586" sldId="264"/>
            <ac:spMk id="2" creationId="{E9474024-6FA4-11F3-DDA3-E3DD898959F0}"/>
          </ac:spMkLst>
        </pc:spChg>
        <pc:spChg chg="mod">
          <ac:chgData name="david parker" userId="d360de9a870fc746" providerId="LiveId" clId="{9846F727-EA87-48CB-8653-5620F3E10129}" dt="2026-10-12T06:46:53.080" v="24"/>
          <ac:spMkLst>
            <pc:docMk/>
            <pc:sldMk cId="73755586" sldId="264"/>
            <ac:spMk id="3" creationId="{EA22913D-C9A5-FDB1-5988-F603CC54C6A8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>
            <a:extLst>
              <a:ext uri="{FF2B5EF4-FFF2-40B4-BE49-F238E27FC236}">
                <a16:creationId xmlns:a16="http://schemas.microsoft.com/office/drawing/2014/main" id="{179867CD-CD09-0EEC-D165-96584688B9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2296" y="64007"/>
            <a:ext cx="12015216" cy="5120639"/>
          </a:xfrm>
        </p:spPr>
        <p:txBody>
          <a:bodyPr>
            <a:normAutofit/>
          </a:bodyPr>
          <a:lstStyle>
            <a:lvl1pPr>
              <a:defRPr sz="110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65D245-B564-481D-A323-F73C5BCA84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8136" y="5360878"/>
            <a:ext cx="10037064" cy="566928"/>
          </a:xfrm>
        </p:spPr>
        <p:txBody>
          <a:bodyPr anchor="b" anchorCtr="0">
            <a:normAutofit/>
          </a:bodyPr>
          <a:lstStyle>
            <a:lvl1pPr marL="0" indent="0" algn="r">
              <a:lnSpc>
                <a:spcPct val="100000"/>
              </a:lnSpc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422A5-3076-413B-84CB-ED3BA4171C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E072EE-51B3-4C0C-A460-4684AB079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267C68-40D5-477E-9DBC-C28FD4B114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C1F8589-B640-4540-D0AD-2B0461CD3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49927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0548354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3EE2F5-9D3C-4BE7-9AD5-335B31CF2C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6"/>
            <a:ext cx="10840626" cy="79051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8C4F-4BF6-47CF-ABEE-2B12748C470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88135" y="1880756"/>
            <a:ext cx="10840627" cy="455814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51AB30-CD74-471D-9FA6-ADC0C901E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539070-70D2-4DD1-A439-155343FE26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A137C4-F19E-4521-8DCB-4E0CF9CA31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144482-F463-E942-01AE-69DF54F417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70929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87847" y="4676177"/>
            <a:ext cx="10835639" cy="1319510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54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87847" y="6065134"/>
            <a:ext cx="10835639" cy="373766"/>
          </a:xfrm>
        </p:spPr>
        <p:txBody>
          <a:bodyPr vert="horz" lIns="91440" tIns="45720" rIns="91440" bIns="45720" rtlCol="0" anchor="b">
            <a:noAutofit/>
          </a:bodyPr>
          <a:lstStyle>
            <a:lvl1pPr marL="0" indent="0">
              <a:spcBef>
                <a:spcPts val="0"/>
              </a:spcBef>
              <a:buNone/>
              <a:defRPr lang="en-US" sz="20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24A208E-BD69-BB12-21B8-DA405B501FA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1"/>
            <a:ext cx="12191999" cy="4467828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765164-0D02-5316-1845-119CB0111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5715000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FA2081-8ED6-0719-D0B6-2818D601933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A51F47A-9B8B-A343-2C56-110E21331AE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F259CCC4-FA9E-2074-3142-5EBA62F91B2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235934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6390" y="1411358"/>
            <a:ext cx="3736010" cy="2845567"/>
          </a:xfrm>
        </p:spPr>
        <p:txBody>
          <a:bodyPr vert="horz" lIns="91440" tIns="45720" rIns="91440" bIns="45720" rtlCol="0" anchor="b">
            <a:noAutofit/>
          </a:bodyPr>
          <a:lstStyle>
            <a:lvl1pPr>
              <a:defRPr lang="en-US" sz="3600" dirty="0"/>
            </a:lvl1pPr>
          </a:lstStyle>
          <a:p>
            <a:pPr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6388" y="4403039"/>
            <a:ext cx="3729915" cy="112312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sz="16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51A639AF-317A-79DF-3175-64C726EA3189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0" y="0"/>
            <a:ext cx="7617785" cy="6858000"/>
          </a:xfrm>
          <a:custGeom>
            <a:avLst/>
            <a:gdLst>
              <a:gd name="connsiteX0" fmla="*/ 0 w 7195675"/>
              <a:gd name="connsiteY0" fmla="*/ 0 h 6858000"/>
              <a:gd name="connsiteX1" fmla="*/ 7195675 w 7195675"/>
              <a:gd name="connsiteY1" fmla="*/ 0 h 6858000"/>
              <a:gd name="connsiteX2" fmla="*/ 7195675 w 7195675"/>
              <a:gd name="connsiteY2" fmla="*/ 6858000 h 6858000"/>
              <a:gd name="connsiteX3" fmla="*/ 0 w 7195675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7195675" h="6858000">
                <a:moveTo>
                  <a:pt x="0" y="0"/>
                </a:moveTo>
                <a:lnTo>
                  <a:pt x="7195675" y="0"/>
                </a:lnTo>
                <a:lnTo>
                  <a:pt x="7195675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Footer Placeholder 4">
            <a:extLst>
              <a:ext uri="{FF2B5EF4-FFF2-40B4-BE49-F238E27FC236}">
                <a16:creationId xmlns:a16="http://schemas.microsoft.com/office/drawing/2014/main" id="{DF8C2BF2-38FB-0598-A4BE-DD111229A3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46388" y="6438900"/>
            <a:ext cx="171430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18" name="Date Placeholder 4">
            <a:extLst>
              <a:ext uri="{FF2B5EF4-FFF2-40B4-BE49-F238E27FC236}">
                <a16:creationId xmlns:a16="http://schemas.microsoft.com/office/drawing/2014/main" id="{5A41BBAF-5441-8512-B575-2EB961DD48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9" name="Slide Number Placeholder 5">
            <a:extLst>
              <a:ext uri="{FF2B5EF4-FFF2-40B4-BE49-F238E27FC236}">
                <a16:creationId xmlns:a16="http://schemas.microsoft.com/office/drawing/2014/main" id="{89401810-4A83-D1CF-00A6-76F622C715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43050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361A7175-8061-E7CC-68E4-2B3CECB6CCF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90244"/>
            <a:ext cx="10037064" cy="5159257"/>
          </a:xfrm>
        </p:spPr>
        <p:txBody>
          <a:bodyPr>
            <a:normAutofit/>
          </a:bodyPr>
          <a:lstStyle>
            <a:lvl1pPr>
              <a:defRPr sz="80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Section header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094542-CAEF-4D6C-BE6A-BC100F0590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408851-4DCC-447C-828A-5F7E66F76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C8BDE40-8468-4051-9703-B751608AAF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96A5A591-C2D3-D6A3-432F-2C1371951C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5868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7465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1">
            <a:extLst>
              <a:ext uri="{FF2B5EF4-FFF2-40B4-BE49-F238E27FC236}">
                <a16:creationId xmlns:a16="http://schemas.microsoft.com/office/drawing/2014/main" id="{CB916BDA-9E36-8180-7EBC-AC2A35C79F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90940" y="1088702"/>
            <a:ext cx="8479072" cy="139555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92AF672E-4752-50B9-9301-C8042FD003C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96697" y="2484255"/>
            <a:ext cx="8467558" cy="3539514"/>
          </a:xfrm>
        </p:spPr>
        <p:txBody>
          <a:bodyPr>
            <a:normAutofit/>
          </a:bodyPr>
          <a:lstStyle>
            <a:lvl1pPr marL="457200" indent="-457200">
              <a:lnSpc>
                <a:spcPct val="100000"/>
              </a:lnSpc>
              <a:buFont typeface="+mj-lt"/>
              <a:buAutoNum type="arabicPeriod"/>
              <a:defRPr sz="2000"/>
            </a:lvl1pPr>
            <a:lvl2pPr marL="685800" indent="-457200">
              <a:lnSpc>
                <a:spcPct val="100000"/>
              </a:lnSpc>
              <a:buFont typeface="+mj-lt"/>
              <a:buAutoNum type="arabicPeriod"/>
              <a:defRPr sz="2000"/>
            </a:lvl2pPr>
            <a:lvl3pPr marL="800100" indent="-342900">
              <a:lnSpc>
                <a:spcPct val="100000"/>
              </a:lnSpc>
              <a:buFont typeface="+mj-lt"/>
              <a:buAutoNum type="arabicPeriod"/>
              <a:defRPr sz="2000"/>
            </a:lvl3pPr>
            <a:lvl4pPr marL="1028700" indent="-342900">
              <a:lnSpc>
                <a:spcPct val="100000"/>
              </a:lnSpc>
              <a:buFont typeface="+mj-lt"/>
              <a:buAutoNum type="arabicPeriod"/>
              <a:defRPr sz="2000"/>
            </a:lvl4pPr>
            <a:lvl5pPr marL="1257300" indent="-342900">
              <a:lnSpc>
                <a:spcPct val="100000"/>
              </a:lnSpc>
              <a:buFont typeface="+mj-lt"/>
              <a:buAutoNum type="arabicPeriod"/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65070F-FB67-7572-2807-986A255376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4261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88136" y="1088136"/>
            <a:ext cx="5749392" cy="1554480"/>
          </a:xfrm>
        </p:spPr>
        <p:txBody>
          <a:bodyPr anchor="t" anchorCtr="0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Agenda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6" y="2651760"/>
            <a:ext cx="5749392" cy="3694176"/>
          </a:xfrm>
        </p:spPr>
        <p:txBody>
          <a:bodyPr>
            <a:normAutofit/>
          </a:bodyPr>
          <a:lstStyle>
            <a:lvl1pPr marL="342900" indent="-342900">
              <a:lnSpc>
                <a:spcPct val="100000"/>
              </a:lnSpc>
              <a:buFont typeface="System Font Regular"/>
              <a:buChar char="-"/>
              <a:defRPr sz="2000"/>
            </a:lvl1pPr>
            <a:lvl2pPr>
              <a:lnSpc>
                <a:spcPct val="100000"/>
              </a:lnSpc>
              <a:defRPr sz="2000"/>
            </a:lvl2pPr>
            <a:lvl3pPr>
              <a:lnSpc>
                <a:spcPct val="100000"/>
              </a:lnSpc>
              <a:defRPr sz="2000"/>
            </a:lvl3pPr>
            <a:lvl4pPr>
              <a:lnSpc>
                <a:spcPct val="100000"/>
              </a:lnSpc>
              <a:defRPr sz="2000"/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0940" y="6438900"/>
            <a:ext cx="391540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5006344" y="6438900"/>
            <a:ext cx="1126120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132464" y="6438900"/>
            <a:ext cx="705064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E4B52E79-E470-1B1A-EADF-94DA7253B32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15200" y="0"/>
            <a:ext cx="48768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94C1AE97-7274-F222-2135-C3524958A8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080034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7676" y="1114856"/>
            <a:ext cx="3923455" cy="4083580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294612" y="1115290"/>
            <a:ext cx="5809713" cy="5171210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9954F329-E63B-9F25-4E06-2E98A6453D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307003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3701" y="1114655"/>
            <a:ext cx="2771326" cy="3675552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C71126E-AEFA-B45A-CD39-AC1315E0333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134532" y="1129145"/>
            <a:ext cx="7794231" cy="5157355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7547F2C9-46DC-B902-E883-CE0360E6DD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7479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85788" y="1111101"/>
            <a:ext cx="6339412" cy="1143000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Picture Placeholder 10">
            <a:extLst>
              <a:ext uri="{FF2B5EF4-FFF2-40B4-BE49-F238E27FC236}">
                <a16:creationId xmlns:a16="http://schemas.microsoft.com/office/drawing/2014/main" id="{6FB7CB50-241E-E6B6-1C0E-1B5466B147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4506585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1" name="Content Placeholder 7">
            <a:extLst>
              <a:ext uri="{FF2B5EF4-FFF2-40B4-BE49-F238E27FC236}">
                <a16:creationId xmlns:a16="http://schemas.microsoft.com/office/drawing/2014/main" id="{A1C94DDD-A7D7-1407-F63C-F296AB45422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785787" y="2402887"/>
            <a:ext cx="6339414" cy="3883614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3871FB-7459-8C2E-BA80-AD31AE855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504282-04A3-1CE1-50A4-AF83D0D40A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785788" y="6438900"/>
            <a:ext cx="477490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CA12AEFE-D7DE-804A-807C-704D5B34E130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9C293909-C7AB-A707-F48B-6007FE7256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485942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776991" y="1112104"/>
            <a:ext cx="7321615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5" name="Picture Placeholder 10">
            <a:extLst>
              <a:ext uri="{FF2B5EF4-FFF2-40B4-BE49-F238E27FC236}">
                <a16:creationId xmlns:a16="http://schemas.microsoft.com/office/drawing/2014/main" id="{5189CF27-6D02-DB0D-F5D1-1535F1479166}"/>
              </a:ext>
            </a:extLst>
          </p:cNvPr>
          <p:cNvSpPr>
            <a:spLocks noGrp="1"/>
          </p:cNvSpPr>
          <p:nvPr>
            <p:ph type="pic" sz="quarter" idx="19" hasCustomPrompt="1"/>
          </p:nvPr>
        </p:nvSpPr>
        <p:spPr>
          <a:xfrm>
            <a:off x="0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6" name="Content Placeholder 7">
            <a:extLst>
              <a:ext uri="{FF2B5EF4-FFF2-40B4-BE49-F238E27FC236}">
                <a16:creationId xmlns:a16="http://schemas.microsoft.com/office/drawing/2014/main" id="{6373ED08-D584-FD0F-C5B0-EF4E07A0D890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3776075" y="2187258"/>
            <a:ext cx="7349126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7D906524-8E7E-05A8-4F9E-A2C39750A3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F256971-28FA-FA33-0A85-0B851EA7A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776076" y="6438900"/>
            <a:ext cx="578461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Date Placeholder 4">
            <a:extLst>
              <a:ext uri="{FF2B5EF4-FFF2-40B4-BE49-F238E27FC236}">
                <a16:creationId xmlns:a16="http://schemas.microsoft.com/office/drawing/2014/main" id="{F04B437D-29C2-D3ED-BEFA-E1F868B0FB5E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70EB108D-6128-5356-6097-7D1D105512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6593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3394" y="1112104"/>
            <a:ext cx="7343564" cy="932688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3393" y="2187258"/>
            <a:ext cx="7343565" cy="4099242"/>
          </a:xfrm>
        </p:spPr>
        <p:txBody>
          <a:bodyPr>
            <a:normAutofit/>
          </a:bodyPr>
          <a:lstStyle>
            <a:lvl1pPr>
              <a:lnSpc>
                <a:spcPct val="100000"/>
              </a:lnSpc>
              <a:defRPr sz="1600"/>
            </a:lvl1pPr>
            <a:lvl2pPr>
              <a:lnSpc>
                <a:spcPct val="100000"/>
              </a:lnSpc>
              <a:defRPr sz="1600"/>
            </a:lvl2pPr>
            <a:lvl3pPr>
              <a:lnSpc>
                <a:spcPct val="100000"/>
              </a:lnSpc>
              <a:defRPr sz="1600"/>
            </a:lvl3pPr>
            <a:lvl4pPr>
              <a:lnSpc>
                <a:spcPct val="100000"/>
              </a:lnSpc>
              <a:defRPr sz="1600"/>
            </a:lvl4pPr>
            <a:lvl5pPr>
              <a:lnSpc>
                <a:spcPct val="100000"/>
              </a:lnSpc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4D039FC6-F740-7D02-FD07-5B1B076DCE6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666571-786A-B2D2-4FC3-C22E71C24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3394" y="6438900"/>
            <a:ext cx="5779054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324A0C0-9CB0-6208-0780-67E3C7F2C02C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6962654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7F7421E2-5EEC-7791-DBEE-600FF5170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835522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Picture Placeholder 10">
            <a:extLst>
              <a:ext uri="{FF2B5EF4-FFF2-40B4-BE49-F238E27FC236}">
                <a16:creationId xmlns:a16="http://schemas.microsoft.com/office/drawing/2014/main" id="{61964118-5CFA-FFA8-E19F-A107D63DDC0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665559" y="0"/>
            <a:ext cx="3526439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61250784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066" y="1115736"/>
            <a:ext cx="4738583" cy="1288169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88192" y="2552124"/>
            <a:ext cx="4738450" cy="3734376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B84581EB-7A5A-925D-6E20-5C04A0EAA2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Footer Placeholder 4">
            <a:extLst>
              <a:ext uri="{FF2B5EF4-FFF2-40B4-BE49-F238E27FC236}">
                <a16:creationId xmlns:a16="http://schemas.microsoft.com/office/drawing/2014/main" id="{084EA123-AEAB-8F33-C22D-31F9F11A9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88066" y="6438900"/>
            <a:ext cx="317406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Date Placeholder 4">
            <a:extLst>
              <a:ext uri="{FF2B5EF4-FFF2-40B4-BE49-F238E27FC236}">
                <a16:creationId xmlns:a16="http://schemas.microsoft.com/office/drawing/2014/main" id="{AA2FCA56-AA13-81B1-1707-7A5D7557B5F8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4352338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4358A8E3-C7AA-9216-35FD-FE82059828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225206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6096000" y="0"/>
            <a:ext cx="6096000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3657435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8396" y="1111101"/>
            <a:ext cx="3813845" cy="1493863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98397" y="2700671"/>
            <a:ext cx="3813846" cy="358583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36A796DD-1556-39E2-B5E4-90C1C2459D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713B13-BCC2-B853-769C-4BC6A57D7B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098395" y="6438900"/>
            <a:ext cx="2249335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A9915D6C-CE56-12D3-C15C-C56B3EFEAFE7}"/>
              </a:ext>
            </a:extLst>
          </p:cNvPr>
          <p:cNvSpPr>
            <a:spLocks noGrp="1"/>
          </p:cNvSpPr>
          <p:nvPr>
            <p:ph type="dt" sz="half" idx="15"/>
          </p:nvPr>
        </p:nvSpPr>
        <p:spPr>
          <a:xfrm>
            <a:off x="3437937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3C3F576B-887C-7B84-0990-9143EA6C60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310805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192232" y="0"/>
            <a:ext cx="6999768" cy="6858000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262252816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175ACA1F-D859-596B-9F50-F1E9A2654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>
            <a:off x="7894207" y="1112431"/>
            <a:ext cx="3230993" cy="1858941"/>
          </a:xfrm>
        </p:spPr>
        <p:txBody>
          <a:bodyPr anchor="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" name="Picture Placeholder 9">
            <a:extLst>
              <a:ext uri="{FF2B5EF4-FFF2-40B4-BE49-F238E27FC236}">
                <a16:creationId xmlns:a16="http://schemas.microsoft.com/office/drawing/2014/main" id="{2A43D9F3-C10E-5B48-BB59-16A8600BD36F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2192" y="0"/>
            <a:ext cx="7481777" cy="6858000"/>
          </a:xfrm>
          <a:custGeom>
            <a:avLst/>
            <a:gdLst>
              <a:gd name="connsiteX0" fmla="*/ 0 w 8326323"/>
              <a:gd name="connsiteY0" fmla="*/ 0 h 6858000"/>
              <a:gd name="connsiteX1" fmla="*/ 8326323 w 8326323"/>
              <a:gd name="connsiteY1" fmla="*/ 0 h 6858000"/>
              <a:gd name="connsiteX2" fmla="*/ 8326323 w 8326323"/>
              <a:gd name="connsiteY2" fmla="*/ 6858000 h 6858000"/>
              <a:gd name="connsiteX3" fmla="*/ 0 w 8326323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8326323" h="6858000">
                <a:moveTo>
                  <a:pt x="0" y="0"/>
                </a:moveTo>
                <a:lnTo>
                  <a:pt x="8326323" y="0"/>
                </a:lnTo>
                <a:lnTo>
                  <a:pt x="8326323" y="6858000"/>
                </a:lnTo>
                <a:lnTo>
                  <a:pt x="0" y="68580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4" name="Content Placeholder 7">
            <a:extLst>
              <a:ext uri="{FF2B5EF4-FFF2-40B4-BE49-F238E27FC236}">
                <a16:creationId xmlns:a16="http://schemas.microsoft.com/office/drawing/2014/main" id="{2E10F120-2F5B-B2FD-DB40-683E6176C3D4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7901280" y="3133255"/>
            <a:ext cx="3223920" cy="2656250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9A12B08-97E1-66BD-9B69-377E285127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11375613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9EACEEC7-E0DC-ABF5-188B-5636A17BD6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894207" y="6438900"/>
            <a:ext cx="1666482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8" name="Date Placeholder 4">
            <a:extLst>
              <a:ext uri="{FF2B5EF4-FFF2-40B4-BE49-F238E27FC236}">
                <a16:creationId xmlns:a16="http://schemas.microsoft.com/office/drawing/2014/main" id="{D0A24C6D-468E-EAE9-2363-772EA5E51DD0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650896" y="6438900"/>
            <a:ext cx="864704" cy="41910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4C85811-EF51-7552-5F12-17748D280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23764" y="6438900"/>
            <a:ext cx="601436" cy="41910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527983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324" y="3987802"/>
            <a:ext cx="3044954" cy="2309785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7F8EA658-2652-6F81-1B04-D50C60A3F171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-1" y="0"/>
            <a:ext cx="12192000" cy="3443331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255935" y="3987802"/>
            <a:ext cx="7460029" cy="2309785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lnSpc>
                <a:spcPct val="100000"/>
              </a:lnSpc>
              <a:buNone/>
              <a:defRPr lang="en-US" dirty="0"/>
            </a:lvl1pPr>
            <a:lvl2pPr marL="228600" indent="0">
              <a:lnSpc>
                <a:spcPct val="100000"/>
              </a:lnSpc>
              <a:buNone/>
              <a:defRPr lang="en-US" dirty="0"/>
            </a:lvl2pPr>
            <a:lvl3pPr marL="457200" indent="0">
              <a:lnSpc>
                <a:spcPct val="100000"/>
              </a:lnSpc>
              <a:buNone/>
              <a:defRPr lang="en-US" dirty="0"/>
            </a:lvl3pPr>
            <a:lvl4pPr marL="685800" indent="0">
              <a:lnSpc>
                <a:spcPct val="100000"/>
              </a:lnSpc>
              <a:buNone/>
              <a:defRPr lang="en-US" dirty="0"/>
            </a:lvl4pPr>
            <a:lvl5pPr marL="914400" indent="0">
              <a:lnSpc>
                <a:spcPct val="100000"/>
              </a:lnSpc>
              <a:buNone/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C699AE1-DA01-C4DA-C5BE-8DD9BE13F6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41150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373F0BC-3C5E-8E58-AFDC-804E1C1C7617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6E5C888-EE74-5D59-47AA-40A53F60011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4794CA46-7ABA-FF39-20BD-C83B4F6D957B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18559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D85BA164-9326-7934-95DF-A6AAB3F425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0990"/>
            <a:ext cx="10477320" cy="969264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96F64025-FA05-CC42-8294-F944BC95DD00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" y="2286008"/>
            <a:ext cx="6096000" cy="4571992"/>
          </a:xfrm>
          <a:custGeom>
            <a:avLst/>
            <a:gdLst>
              <a:gd name="connsiteX0" fmla="*/ 0 w 6460672"/>
              <a:gd name="connsiteY0" fmla="*/ 0 h 5029200"/>
              <a:gd name="connsiteX1" fmla="*/ 6460672 w 6460672"/>
              <a:gd name="connsiteY1" fmla="*/ 0 h 5029200"/>
              <a:gd name="connsiteX2" fmla="*/ 6460672 w 6460672"/>
              <a:gd name="connsiteY2" fmla="*/ 5029200 h 5029200"/>
              <a:gd name="connsiteX3" fmla="*/ 0 w 6460672"/>
              <a:gd name="connsiteY3" fmla="*/ 5029200 h 5029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460672" h="5029200">
                <a:moveTo>
                  <a:pt x="0" y="0"/>
                </a:moveTo>
                <a:lnTo>
                  <a:pt x="6460672" y="0"/>
                </a:lnTo>
                <a:lnTo>
                  <a:pt x="6460672" y="5029200"/>
                </a:lnTo>
                <a:lnTo>
                  <a:pt x="0" y="5029200"/>
                </a:ln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vert="horz" wrap="square" lIns="91440" tIns="45720" rIns="91440" bIns="45720" rtlCol="0">
            <a:noAutofit/>
          </a:bodyPr>
          <a:lstStyle>
            <a:lvl1pPr>
              <a:defRPr lang="en-US" dirty="0"/>
            </a:lvl1pPr>
          </a:lstStyle>
          <a:p>
            <a:pPr marL="0" lvl="0" indent="0">
              <a:buNone/>
            </a:pPr>
            <a:r>
              <a:rPr lang="en-US" dirty="0"/>
              <a:t> 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691745" y="2286008"/>
            <a:ext cx="4876515" cy="4000492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FB0BF8A-7D94-1C82-F661-F1B7A93A43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88C72B-1D4E-3882-C750-7F965F6E7BC7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>
          <a:xfrm>
            <a:off x="6691744" y="6438900"/>
            <a:ext cx="2959151" cy="4191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14FA71-0863-B2C8-8E42-C0A1F133DC69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D6C2E8-E8FC-5DC8-863C-CF7823CD4AED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111443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>
            <a:extLst>
              <a:ext uri="{FF2B5EF4-FFF2-40B4-BE49-F238E27FC236}">
                <a16:creationId xmlns:a16="http://schemas.microsoft.com/office/drawing/2014/main" id="{B243CE06-05E5-2B64-1E1C-8F81B788D0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22200"/>
            <a:ext cx="3696859" cy="1505157"/>
          </a:xfrm>
        </p:spPr>
        <p:txBody>
          <a:bodyPr anchor="t">
            <a:no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9" name="Picture Placeholder 10">
            <a:extLst>
              <a:ext uri="{FF2B5EF4-FFF2-40B4-BE49-F238E27FC236}">
                <a16:creationId xmlns:a16="http://schemas.microsoft.com/office/drawing/2014/main" id="{9ADE1102-BF4C-FC7C-22F6-B8453DE3B19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1181100" y="2840181"/>
            <a:ext cx="3606699" cy="3446317"/>
          </a:xfr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10" name="Content Placeholder 7">
            <a:extLst>
              <a:ext uri="{FF2B5EF4-FFF2-40B4-BE49-F238E27FC236}">
                <a16:creationId xmlns:a16="http://schemas.microsoft.com/office/drawing/2014/main" id="{6C8ACD7F-7B34-5741-6323-6829CFDA10C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113673" y="1122201"/>
            <a:ext cx="6602291" cy="5164298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1322A97-1C32-A52E-951B-60B114B307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430752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umber Lar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99AD5248-C0E5-8356-EB8F-904EDDA5F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47304" y="4757193"/>
            <a:ext cx="6477896" cy="1126554"/>
          </a:xfrm>
        </p:spPr>
        <p:txBody>
          <a:bodyPr anchor="b">
            <a:normAutofit/>
          </a:bodyPr>
          <a:lstStyle>
            <a:lvl1pPr algn="r">
              <a:defRPr sz="2000" b="0" cap="none" baseline="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5F5F1C4-3BA4-0163-6A5F-9D95D58C7EA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82296" y="64008"/>
            <a:ext cx="12027408" cy="4600592"/>
          </a:xfrm>
        </p:spPr>
        <p:txBody>
          <a:bodyPr>
            <a:noAutofit/>
          </a:bodyPr>
          <a:lstStyle>
            <a:lvl1pPr>
              <a:lnSpc>
                <a:spcPct val="85000"/>
              </a:lnSpc>
              <a:defRPr sz="3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##%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A84DB20-94E7-1E79-B65B-67C6158DB14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000"/>
            <a:ext cx="804195" cy="0"/>
          </a:xfrm>
          <a:prstGeom prst="line">
            <a:avLst/>
          </a:prstGeom>
          <a:ln w="1206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3111463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286261"/>
            <a:ext cx="10652760" cy="1133856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088136" y="1039095"/>
            <a:ext cx="9418320" cy="5070068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6000" b="1"/>
            </a:lvl1pPr>
            <a:lvl2pPr marL="228600" indent="0">
              <a:lnSpc>
                <a:spcPct val="90000"/>
              </a:lnSpc>
              <a:buNone/>
              <a:defRPr sz="6000" b="1"/>
            </a:lvl2pPr>
            <a:lvl3pPr marL="457200" indent="0">
              <a:lnSpc>
                <a:spcPct val="90000"/>
              </a:lnSpc>
              <a:buNone/>
              <a:defRPr sz="6000" b="1"/>
            </a:lvl3pPr>
            <a:lvl4pPr marL="685800" indent="0">
              <a:lnSpc>
                <a:spcPct val="90000"/>
              </a:lnSpc>
              <a:buNone/>
              <a:defRPr sz="6000" b="1"/>
            </a:lvl4pPr>
            <a:lvl5pPr marL="914400" indent="0">
              <a:lnSpc>
                <a:spcPct val="90000"/>
              </a:lnSpc>
              <a:buNone/>
              <a:defRPr sz="6000" b="1"/>
            </a:lvl5pPr>
          </a:lstStyle>
          <a:p>
            <a:pPr lvl="0"/>
            <a:r>
              <a:rPr lang="en-US" dirty="0"/>
              <a:t>Click to add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7F2505C-CAED-34DC-7CD1-C57ADBBF98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8167300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>
            <a:extLst>
              <a:ext uri="{FF2B5EF4-FFF2-40B4-BE49-F238E27FC236}">
                <a16:creationId xmlns:a16="http://schemas.microsoft.com/office/drawing/2014/main" id="{873E5EF9-EDC5-CB2D-000A-85BB4DB5822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5418360"/>
            <a:ext cx="10058400" cy="466345"/>
          </a:xfrm>
        </p:spPr>
        <p:txBody>
          <a:bodyPr anchor="b">
            <a:normAutofit/>
          </a:bodyPr>
          <a:lstStyle>
            <a:lvl1pPr algn="r">
              <a:lnSpc>
                <a:spcPct val="100000"/>
              </a:lnSpc>
              <a:defRPr sz="2000" b="0" cap="none" baseline="0"/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E5D1FFC6-C597-BE81-1790-A08954F44C4B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95250" y="63500"/>
            <a:ext cx="11977688" cy="5080000"/>
          </a:xfrm>
        </p:spPr>
        <p:txBody>
          <a:bodyPr>
            <a:normAutofit/>
          </a:bodyPr>
          <a:lstStyle>
            <a:lvl1pPr>
              <a:lnSpc>
                <a:spcPct val="85000"/>
              </a:lnSpc>
              <a:defRPr sz="8000" b="1" cap="all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Click to add Quote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52949BEA-90AC-BE5F-28A7-80D65BD19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387805" y="5715292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59714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orient="horz" pos="2160">
          <p15:clr>
            <a:srgbClr val="FBAE40"/>
          </p15:clr>
        </p15:guide>
        <p15:guide id="6" pos="3840">
          <p15:clr>
            <a:srgbClr val="FBAE40"/>
          </p15:clr>
        </p15:guide>
      </p15:sldGuideLst>
    </p:ext>
  </p:extLs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6BF7AE-3892-4896-8C15-7A35A41EFD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19132"/>
            <a:ext cx="9890066" cy="1204593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FD9A26-86F1-4817-B243-4DE63B4F182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82185" y="2440568"/>
            <a:ext cx="4841505" cy="3801284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454BF9B-EA16-48C8-96B9-7A66051BE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2440568"/>
            <a:ext cx="4806002" cy="3801283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629E05-3F6C-40BF-9324-118588B6CA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16E2D9F-1FCE-4A1C-996E-DB05777A89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9BE013-C5C0-4CBD-982E-36F037F736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B20CA7A-449A-6AC2-BFC5-17AF5007E7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2413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ED885-5FE5-4407-BE4D-FAD01C40A9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0940" y="1115329"/>
            <a:ext cx="9949455" cy="838856"/>
          </a:xfrm>
        </p:spPr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E322A77-C134-4857-83E5-51217D3C29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92088" y="1923190"/>
            <a:ext cx="4816475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10AFC6-F407-4F35-BD37-B32F9B4036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15482" y="1923190"/>
            <a:ext cx="4824913" cy="838856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800" b="1" cap="all" spc="1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A4ECBFE-C62C-471B-BFE4-1272EAC347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92088" y="2825791"/>
            <a:ext cx="4816475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58D60D5-0F83-46CB-92F3-849FC08E6E9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215482" y="2825791"/>
            <a:ext cx="4824913" cy="3363871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  <a:lvl2pPr>
              <a:lnSpc>
                <a:spcPct val="100000"/>
              </a:lnSpc>
              <a:defRPr/>
            </a:lvl2pPr>
            <a:lvl3pPr>
              <a:lnSpc>
                <a:spcPct val="100000"/>
              </a:lnSpc>
              <a:defRPr/>
            </a:lvl3pPr>
            <a:lvl4pPr>
              <a:lnSpc>
                <a:spcPct val="100000"/>
              </a:lnSpc>
              <a:defRPr/>
            </a:lvl4pPr>
            <a:lvl5pPr>
              <a:lnSpc>
                <a:spcPct val="100000"/>
              </a:lnSpc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40A80D-4CCB-4899-9E1D-A5967F4E6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5AE694-5CA0-48DA-90D3-EC42BD1D86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753A9D-469A-4ED9-99A1-7E4B115F89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DA35A86-E7F6-6593-119D-A6DC85581F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479526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87C91E-0A11-4E5D-9B8D-5316E73A2D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104100"/>
            <a:ext cx="9922764" cy="1294228"/>
          </a:xfrm>
        </p:spPr>
        <p:txBody>
          <a:bodyPr>
            <a:normAutofit/>
          </a:bodyPr>
          <a:lstStyle>
            <a:lvl1pPr>
              <a:defRPr sz="3600" cap="none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7E36922-9A4C-453D-9B70-0C3A70281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B8A8D1-71AD-4F9F-B393-9EED83FEF0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F5AAEF2-65DC-4E28-9AA4-5115ACB074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28CF7AFD-0570-B046-A2C2-3EFA873546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2199839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459378-C430-49DB-B2D6-E32FBBCD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FF5A02-0FC4-41C8-A13C-4C929B288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B9D57D-CB8E-4E67-AE2D-2790E2AA6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87833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5"/>
            <a:ext cx="10627828" cy="2084551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7">
            <a:extLst>
              <a:ext uri="{FF2B5EF4-FFF2-40B4-BE49-F238E27FC236}">
                <a16:creationId xmlns:a16="http://schemas.microsoft.com/office/drawing/2014/main" id="{419A5DD2-B3B3-D9BF-1A71-B20742D142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88134" y="3276600"/>
            <a:ext cx="10627829" cy="3162300"/>
          </a:xfrm>
        </p:spPr>
        <p:txBody>
          <a:bodyPr/>
          <a:lstStyle>
            <a:lvl1pPr marL="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6DCA1022-3377-EB7D-8261-EDD841636B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4277238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88136"/>
            <a:ext cx="8430767" cy="1842020"/>
          </a:xfrm>
        </p:spPr>
        <p:txBody>
          <a:bodyPr anchor="t" anchorCtr="0">
            <a:noAutofit/>
          </a:bodyPr>
          <a:lstStyle>
            <a:lvl1pPr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Content Placeholder 6">
            <a:extLst>
              <a:ext uri="{FF2B5EF4-FFF2-40B4-BE49-F238E27FC236}">
                <a16:creationId xmlns:a16="http://schemas.microsoft.com/office/drawing/2014/main" id="{C06F55DC-E754-4B2B-C0AE-962C82565D0D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077213" y="4246692"/>
            <a:ext cx="8430639" cy="1608008"/>
          </a:xfrm>
        </p:spPr>
        <p:txBody>
          <a:bodyPr anchor="b">
            <a:noAutofit/>
          </a:bodyPr>
          <a:lstStyle>
            <a:lvl1pPr marL="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2286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2pPr>
            <a:lvl3pPr marL="4572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3pPr>
            <a:lvl4pPr marL="6858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4pPr>
            <a:lvl5pPr marL="914400" indent="0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C829929-F774-AF4E-F1BE-2DA3C43D0D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0" y="1206128"/>
            <a:ext cx="804195" cy="0"/>
          </a:xfrm>
          <a:prstGeom prst="line">
            <a:avLst/>
          </a:prstGeom>
          <a:ln w="12065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343612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>
  <p:cSld name="1_Title with Picture 2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37C87932-7DAB-7F93-5E51-7AEEA5AC7FEA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0" y="0"/>
            <a:ext cx="12192000" cy="6858000"/>
          </a:xfrm>
          <a:blipFill>
            <a:blip r:embed="rId2">
              <a:alphaModFix amt="70000"/>
            </a:blip>
            <a:stretch>
              <a:fillRect l="-2" t="-1" b="-19091"/>
            </a:stretch>
          </a:blipFill>
        </p:spPr>
        <p:txBody>
          <a:bodyPr/>
          <a:lstStyle>
            <a:lvl1pPr>
              <a:defRPr/>
            </a:lvl1pPr>
          </a:lstStyle>
          <a:p>
            <a:r>
              <a:rPr lang="en-US" dirty="0"/>
              <a:t>   </a:t>
            </a:r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D35AE1E4-9BA4-415B-370F-31BCBBC952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0" y="-1"/>
            <a:ext cx="6096000" cy="6857999"/>
          </a:xfrm>
          <a:gradFill>
            <a:gsLst>
              <a:gs pos="100000">
                <a:schemeClr val="bg2">
                  <a:alpha val="90000"/>
                </a:schemeClr>
              </a:gs>
              <a:gs pos="34000">
                <a:srgbClr val="061F7B">
                  <a:alpha val="5000"/>
                  <a:lumMod val="74000"/>
                </a:srgbClr>
              </a:gs>
              <a:gs pos="15000">
                <a:schemeClr val="accent1">
                  <a:lumMod val="75000"/>
                  <a:alpha val="0"/>
                </a:schemeClr>
              </a:gs>
            </a:gsLst>
            <a:lin ang="600000" scaled="0"/>
          </a:gradFill>
          <a:ln>
            <a:solidFill>
              <a:schemeClr val="tx1"/>
            </a:solidFill>
          </a:ln>
        </p:spPr>
        <p:txBody>
          <a:bodyPr lIns="1600200" tIns="822960" rIns="274320" bIns="457200" anchor="t"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D54B625A-114F-C2DE-F195-EF26EC0526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002306" y="4231338"/>
            <a:ext cx="7189694" cy="2626661"/>
          </a:xfrm>
          <a:gradFill>
            <a:gsLst>
              <a:gs pos="63000">
                <a:schemeClr val="accent5">
                  <a:lumMod val="75000"/>
                  <a:alpha val="0"/>
                </a:schemeClr>
              </a:gs>
              <a:gs pos="100000">
                <a:schemeClr val="accent3">
                  <a:lumMod val="60000"/>
                  <a:lumOff val="40000"/>
                  <a:alpha val="69000"/>
                </a:schemeClr>
              </a:gs>
              <a:gs pos="13000">
                <a:schemeClr val="bg2">
                  <a:alpha val="0"/>
                </a:schemeClr>
              </a:gs>
            </a:gsLst>
            <a:lin ang="4200000" scaled="0"/>
          </a:gradFill>
        </p:spPr>
        <p:txBody>
          <a:bodyPr vert="horz" lIns="2743200" tIns="640080" rIns="457200" bIns="731520" rtlCol="0" anchor="b">
            <a:normAutofit/>
          </a:bodyPr>
          <a:lstStyle>
            <a:lvl1pPr marL="0" indent="0">
              <a:buNone/>
              <a:defRPr lang="en-US" sz="1400" dirty="0"/>
            </a:lvl1pPr>
          </a:lstStyle>
          <a:p>
            <a:pPr lvl="0"/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0F001462-21CF-5988-0554-7DB1C494B04E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7620000" y="210312"/>
            <a:ext cx="1473201" cy="365760"/>
          </a:xfrm>
        </p:spPr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72D5EE-6935-237E-C4A2-C61261249F33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9164921" y="210312"/>
            <a:ext cx="2181351" cy="365760"/>
          </a:xfrm>
        </p:spPr>
        <p:txBody>
          <a:bodyPr/>
          <a:lstStyle/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81CEA4D-A8A1-D4D2-8F28-C83469372446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11447711" y="210312"/>
            <a:ext cx="448805" cy="365760"/>
          </a:xfrm>
        </p:spPr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444833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03774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E4438DC-3CEE-4170-9B1C-BAC05CD8C3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8136" y="1090245"/>
            <a:ext cx="9922764" cy="93598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C19D24-DCBE-47F9-8B85-8A118B02B3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088136" y="2119745"/>
            <a:ext cx="9922764" cy="41667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1D5844-8163-4D82-BEFC-BC2D8D511B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088136" y="6438900"/>
            <a:ext cx="8562760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4F5788-BDCE-49E2-80AE-31C739C6A0C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650896" y="6438900"/>
            <a:ext cx="864704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rtl="0">
              <a:defRPr sz="900">
                <a:solidFill>
                  <a:schemeClr val="tx1"/>
                </a:solidFill>
              </a:defRPr>
            </a:lvl1pPr>
          </a:lstStyle>
          <a:p>
            <a:fld id="{8E56D9B0-B7B5-4DE4-9DA1-2AAEC83F95F5}" type="datetimeFigureOut">
              <a:rPr lang="en-US" smtClean="0"/>
              <a:t>10/11/2026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698A50-C435-4220-82C6-C8D62A7C9E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523764" y="6438900"/>
            <a:ext cx="601436" cy="4191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rtl="0">
              <a:defRPr sz="900">
                <a:solidFill>
                  <a:schemeClr val="tx1"/>
                </a:solidFill>
              </a:defRPr>
            </a:lvl1pPr>
          </a:lstStyle>
          <a:p>
            <a:fld id="{8DA93F8D-ED19-4264-ACCA-31D1EC5EA4E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5523883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7" r:id="rId20"/>
    <p:sldLayoutId id="2147483768" r:id="rId21"/>
    <p:sldLayoutId id="2147483769" r:id="rId22"/>
    <p:sldLayoutId id="2147483770" r:id="rId23"/>
    <p:sldLayoutId id="2147483771" r:id="rId24"/>
    <p:sldLayoutId id="2147483772" r:id="rId25"/>
    <p:sldLayoutId id="2147483773" r:id="rId26"/>
    <p:sldLayoutId id="2147483774" r:id="rId27"/>
    <p:sldLayoutId id="2147483775" r:id="rId28"/>
    <p:sldLayoutId id="2147483776" r:id="rId29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None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228600" algn="l" defTabSz="914400" rtl="0" eaLnBrk="1" latinLnBrk="0" hangingPunct="1">
        <a:lnSpc>
          <a:spcPct val="130000"/>
        </a:lnSpc>
        <a:spcBef>
          <a:spcPts val="0"/>
        </a:spcBef>
        <a:buFont typeface="Neue Haas Grotesk Text Pro" panose="020B0504020202020204" pitchFamily="34" charset="0"/>
        <a:buChar char="-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5" pos="744">
          <p15:clr>
            <a:srgbClr val="F26B43"/>
          </p15:clr>
        </p15:guide>
        <p15:guide id="6">
          <p15:clr>
            <a:srgbClr val="F26B43"/>
          </p15:clr>
        </p15:guide>
        <p15:guide id="8" pos="6936">
          <p15:clr>
            <a:srgbClr val="F26B43"/>
          </p15:clr>
        </p15:guide>
        <p15:guide id="10" orient="horz" pos="720">
          <p15:clr>
            <a:srgbClr val="F26B43"/>
          </p15:clr>
        </p15:guide>
        <p15:guide id="14" pos="6624">
          <p15:clr>
            <a:srgbClr val="F26B43"/>
          </p15:clr>
        </p15:guide>
        <p15:guide id="22" orient="horz" pos="360">
          <p15:clr>
            <a:srgbClr val="F26B43"/>
          </p15:clr>
        </p15:guide>
        <p15:guide id="23" orient="horz" pos="3960">
          <p15:clr>
            <a:srgbClr val="F26B43"/>
          </p15:clr>
        </p15:guide>
        <p15:guide id="24" orient="horz" pos="2160">
          <p15:clr>
            <a:srgbClr val="F26B43"/>
          </p15:clr>
        </p15:guide>
        <p15:guide id="25" pos="7680">
          <p15:clr>
            <a:srgbClr val="F26B43"/>
          </p15:clr>
        </p15:guide>
        <p15:guide id="26" pos="3840">
          <p15:clr>
            <a:srgbClr val="F26B43"/>
          </p15:clr>
        </p15:guide>
        <p15:guide id="27" pos="6168">
          <p15:clr>
            <a:srgbClr val="F26B43"/>
          </p15:clr>
        </p15:guide>
        <p15:guide id="28" pos="672">
          <p15:clr>
            <a:srgbClr val="F26B43"/>
          </p15:clr>
        </p15:guide>
        <p15:guide id="29" pos="7008">
          <p15:clr>
            <a:srgbClr val="F26B43"/>
          </p15:clr>
        </p15:guide>
        <p15:guide id="30" orient="horz" pos="4056">
          <p15:clr>
            <a:srgbClr val="F26B43"/>
          </p15:clr>
        </p15:guide>
        <p15:guide id="31" orient="horz" pos="3648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8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B6EA79-52D3-6112-7549-4E583D8080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/>
              <a:t>LED Circuit Design Project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86154D8-8551-0930-BDD5-4D61D3EC997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 anchor="b">
            <a:normAutofit/>
          </a:bodyPr>
          <a:lstStyle/>
          <a:p>
            <a:r>
              <a:rPr lang="en-US"/>
              <a:t>Team 7</a:t>
            </a:r>
          </a:p>
        </p:txBody>
      </p:sp>
      <p:pic>
        <p:nvPicPr>
          <p:cNvPr id="5" name="Picture 4" descr="Electronic circuit board">
            <a:extLst>
              <a:ext uri="{FF2B5EF4-FFF2-40B4-BE49-F238E27FC236}">
                <a16:creationId xmlns:a16="http://schemas.microsoft.com/office/drawing/2014/main" id="{C6D2E937-0E64-D33E-2AF1-6A38F172CD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9926" r="23099"/>
          <a:stretch>
            <a:fillRect/>
          </a:stretch>
        </p:blipFill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noFill/>
        </p:spPr>
      </p:pic>
    </p:spTree>
    <p:extLst>
      <p:ext uri="{BB962C8B-B14F-4D97-AF65-F5344CB8AC3E}">
        <p14:creationId xmlns:p14="http://schemas.microsoft.com/office/powerpoint/2010/main" val="132014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EB3E4-044F-8069-09E2-5E1349AC1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Why We Chose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8895CA-FBAC-41A4-BE47-2D166E5B4F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LED Design project combines both circuitry and coding skills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project will have a physical involvement with </a:t>
            </a:r>
            <a:r>
              <a:rPr lang="en-US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sautering</a:t>
            </a:r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and assembly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Our group has an electrical engineering major and a computer science major</a:t>
            </a:r>
          </a:p>
        </p:txBody>
      </p:sp>
    </p:spTree>
    <p:extLst>
      <p:ext uri="{BB962C8B-B14F-4D97-AF65-F5344CB8AC3E}">
        <p14:creationId xmlns:p14="http://schemas.microsoft.com/office/powerpoint/2010/main" val="26906106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ED48F2-DB2A-C33E-E577-F013D9CC9A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About The Project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471FD0-6745-DB7B-B1EF-7F6665D449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group will be provided with an LED ring, a battery, and an Adafruit CPE component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group will be tasked with displaying an original pattern on the LED ring</a:t>
            </a:r>
          </a:p>
        </p:txBody>
      </p:sp>
    </p:spTree>
    <p:extLst>
      <p:ext uri="{BB962C8B-B14F-4D97-AF65-F5344CB8AC3E}">
        <p14:creationId xmlns:p14="http://schemas.microsoft.com/office/powerpoint/2010/main" val="2468235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BCC47-A354-09DA-FE55-81CCE3E821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Why We Are The Best Fit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1EA52-9841-9C16-5E5A-B19E0BFD9E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have both an electrical engineering major and a computer science major in the group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all have a fascination with the project as a concept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Our project ideas are fantastic</a:t>
            </a:r>
          </a:p>
        </p:txBody>
      </p:sp>
    </p:spTree>
    <p:extLst>
      <p:ext uri="{BB962C8B-B14F-4D97-AF65-F5344CB8AC3E}">
        <p14:creationId xmlns:p14="http://schemas.microsoft.com/office/powerpoint/2010/main" val="48005546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9A9B14-1229-F99D-B6B7-86AD0D17C7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Project Constraints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2CDD7-5E5E-E076-92ED-25CC95E4FC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will use an LED Ring attached to an Adafruit CPE and a battery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will use Adafruit </a:t>
            </a:r>
            <a:r>
              <a:rPr lang="en-US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MakeCode</a:t>
            </a:r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software to program the CPE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 must program the circuit to flash a unique pattern on the LED ring</a:t>
            </a:r>
          </a:p>
          <a:p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The program must contain no errors and go beyond the requirements</a:t>
            </a:r>
          </a:p>
        </p:txBody>
      </p:sp>
    </p:spTree>
    <p:extLst>
      <p:ext uri="{BB962C8B-B14F-4D97-AF65-F5344CB8AC3E}">
        <p14:creationId xmlns:p14="http://schemas.microsoft.com/office/powerpoint/2010/main" val="5695884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0853A8-3B6E-440F-7FAF-FC6720EC90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Plan 1                             Plan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3FE30F6-5360-51F5-323F-E063C31DA9B2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Make the LED ring lights light up in a pendulum motion and gradually decrease the height until it rests at the bottom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8017B85C-62DA-7E3B-F5AD-6E07B88AAF6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Make the LED ring lights have light slowly descend then settle at the bottom until they stack to the top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79034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681814A0-A38B-3792-8650-B147C1BAA78C}"/>
              </a:ext>
            </a:extLst>
          </p:cNvPr>
          <p:cNvCxnSpPr>
            <a:cxnSpLocks/>
          </p:cNvCxnSpPr>
          <p:nvPr/>
        </p:nvCxnSpPr>
        <p:spPr>
          <a:xfrm flipV="1">
            <a:off x="8295564" y="2388358"/>
            <a:ext cx="1372169" cy="2260481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A2A34B23-C6DD-C79A-6EF7-B94081671243}"/>
              </a:ext>
            </a:extLst>
          </p:cNvPr>
          <p:cNvCxnSpPr>
            <a:cxnSpLocks/>
          </p:cNvCxnSpPr>
          <p:nvPr/>
        </p:nvCxnSpPr>
        <p:spPr>
          <a:xfrm>
            <a:off x="5610935" y="3286267"/>
            <a:ext cx="1267537" cy="150409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7E4F5C2A-6E5B-905E-2F0F-2EF5469CD1D8}"/>
              </a:ext>
            </a:extLst>
          </p:cNvPr>
          <p:cNvCxnSpPr/>
          <p:nvPr/>
        </p:nvCxnSpPr>
        <p:spPr>
          <a:xfrm flipV="1">
            <a:off x="3016155" y="2838734"/>
            <a:ext cx="1241946" cy="66191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D1677A0-2D7B-436E-208B-53825CA830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Schedule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BA966E20-AC3F-E682-3FAA-B6A05FDED1EF}"/>
              </a:ext>
            </a:extLst>
          </p:cNvPr>
          <p:cNvSpPr/>
          <p:nvPr/>
        </p:nvSpPr>
        <p:spPr>
          <a:xfrm>
            <a:off x="838198" y="3077570"/>
            <a:ext cx="2423616" cy="138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Week 08</a:t>
            </a:r>
          </a:p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Familiarize ourselves with </a:t>
            </a:r>
            <a:r>
              <a:rPr lang="en-US" sz="1200" dirty="0" err="1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MakeCode</a:t>
            </a:r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 and LED supplies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6109AF8-C909-EB5D-0765-437AFE635F2C}"/>
              </a:ext>
            </a:extLst>
          </p:cNvPr>
          <p:cNvSpPr/>
          <p:nvPr/>
        </p:nvSpPr>
        <p:spPr>
          <a:xfrm>
            <a:off x="4003910" y="2042117"/>
            <a:ext cx="2423616" cy="138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Weeks 09-10</a:t>
            </a:r>
          </a:p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Choose which idea to use and create initial design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FCA5B84-2515-C730-7927-6B4A65DCFA90}"/>
              </a:ext>
            </a:extLst>
          </p:cNvPr>
          <p:cNvSpPr/>
          <p:nvPr/>
        </p:nvSpPr>
        <p:spPr>
          <a:xfrm>
            <a:off x="6427526" y="4317881"/>
            <a:ext cx="2423616" cy="138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Weeks 11-13</a:t>
            </a:r>
          </a:p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Complete the checkpoint report and finalize design</a:t>
            </a: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6F8BF9F-0171-6082-31DF-7FE255CB752B}"/>
              </a:ext>
            </a:extLst>
          </p:cNvPr>
          <p:cNvSpPr/>
          <p:nvPr/>
        </p:nvSpPr>
        <p:spPr>
          <a:xfrm>
            <a:off x="8763567" y="1192686"/>
            <a:ext cx="2423616" cy="1386883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Week 14</a:t>
            </a:r>
          </a:p>
          <a:p>
            <a:pPr algn="ctr"/>
            <a:r>
              <a:rPr lang="en-US" sz="1200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Final Report</a:t>
            </a:r>
          </a:p>
        </p:txBody>
      </p:sp>
    </p:spTree>
    <p:extLst>
      <p:ext uri="{BB962C8B-B14F-4D97-AF65-F5344CB8AC3E}">
        <p14:creationId xmlns:p14="http://schemas.microsoft.com/office/powerpoint/2010/main" val="39944933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474024-6FA4-11F3-DDA3-E3DD898959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Backup Projects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22913D-C9A5-FDB1-5988-F603CC54C6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2. GE Aerospace Turbofan Design</a:t>
            </a:r>
          </a:p>
          <a:p>
            <a:pPr marL="0" indent="0">
              <a:buNone/>
            </a:pPr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endParaRPr lang="en-US" dirty="0">
              <a:latin typeface="ADLaM Display" panose="020F0502020204030204" pitchFamily="2" charset="0"/>
              <a:ea typeface="ADLaM Display" panose="020F0502020204030204" pitchFamily="2" charset="0"/>
              <a:cs typeface="ADLaM Display" panose="020F0502020204030204" pitchFamily="2" charset="0"/>
            </a:endParaRPr>
          </a:p>
          <a:p>
            <a:pPr marL="0" indent="0">
              <a:buNone/>
            </a:pPr>
            <a:r>
              <a:rPr lang="en-US" dirty="0">
                <a:latin typeface="ADLaM Display" panose="020F0502020204030204" pitchFamily="2" charset="0"/>
                <a:ea typeface="ADLaM Display" panose="020F0502020204030204" pitchFamily="2" charset="0"/>
                <a:cs typeface="ADLaM Display" panose="020F0502020204030204" pitchFamily="2" charset="0"/>
              </a:rPr>
              <a:t>3. Water Filtration Design</a:t>
            </a:r>
          </a:p>
        </p:txBody>
      </p:sp>
    </p:spTree>
    <p:extLst>
      <p:ext uri="{BB962C8B-B14F-4D97-AF65-F5344CB8AC3E}">
        <p14:creationId xmlns:p14="http://schemas.microsoft.com/office/powerpoint/2010/main" val="73755586"/>
      </p:ext>
    </p:extLst>
  </p:cSld>
  <p:clrMapOvr>
    <a:masterClrMapping/>
  </p:clrMapOvr>
</p:sld>
</file>

<file path=ppt/theme/theme1.xml><?xml version="1.0" encoding="utf-8"?>
<a:theme xmlns:a="http://schemas.openxmlformats.org/drawingml/2006/main" name="Bjorn">
  <a:themeElements>
    <a:clrScheme name="Bjorn">
      <a:dk1>
        <a:srgbClr val="000000"/>
      </a:dk1>
      <a:lt1>
        <a:srgbClr val="FFFFFF"/>
      </a:lt1>
      <a:dk2>
        <a:srgbClr val="003474"/>
      </a:dk2>
      <a:lt2>
        <a:srgbClr val="EFE6EB"/>
      </a:lt2>
      <a:accent1>
        <a:srgbClr val="28AE70"/>
      </a:accent1>
      <a:accent2>
        <a:srgbClr val="AC9E0C"/>
      </a:accent2>
      <a:accent3>
        <a:srgbClr val="EF3475"/>
      </a:accent3>
      <a:accent4>
        <a:srgbClr val="8961F3"/>
      </a:accent4>
      <a:accent5>
        <a:srgbClr val="11ADD3"/>
      </a:accent5>
      <a:accent6>
        <a:srgbClr val="E78813"/>
      </a:accent6>
      <a:hlink>
        <a:srgbClr val="CD45C3"/>
      </a:hlink>
      <a:folHlink>
        <a:srgbClr val="E34E4E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jorn" id="{121AC9A9-9DF1-410F-980B-228D05632962}" vid="{661A2AC3-DE07-4883-A618-4B52B678F5E5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Bjorn</Template>
  <TotalTime>307</TotalTime>
  <Words>260</Words>
  <Application>Microsoft Office PowerPoint</Application>
  <PresentationFormat>Widescreen</PresentationFormat>
  <Paragraphs>49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ADLaM Display</vt:lpstr>
      <vt:lpstr>Arial</vt:lpstr>
      <vt:lpstr>Neue Haas Grotesk Text Pro</vt:lpstr>
      <vt:lpstr>System Font Regular</vt:lpstr>
      <vt:lpstr>Bjorn</vt:lpstr>
      <vt:lpstr>LED Circuit Design Project</vt:lpstr>
      <vt:lpstr>Why We Chose The Project</vt:lpstr>
      <vt:lpstr>About The Project</vt:lpstr>
      <vt:lpstr>Why We Are The Best Fit</vt:lpstr>
      <vt:lpstr>Project Constraints</vt:lpstr>
      <vt:lpstr>Plan 1                             Plan 2</vt:lpstr>
      <vt:lpstr>Schedule</vt:lpstr>
      <vt:lpstr>Backup Projects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Parker, David</dc:creator>
  <cp:lastModifiedBy>david parker</cp:lastModifiedBy>
  <cp:revision>1</cp:revision>
  <dcterms:created xsi:type="dcterms:W3CDTF">2026-10-12T01:40:41Z</dcterms:created>
  <dcterms:modified xsi:type="dcterms:W3CDTF">2026-10-12T06:48:13Z</dcterms:modified>
</cp:coreProperties>
</file>